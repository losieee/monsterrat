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drive.google.com/file/d/1ePffCvlv30QU550fGMHk6lHXD4KwnHTV/view" TargetMode="Externa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튜토리얼-2026. 2. 10. PM 8:0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