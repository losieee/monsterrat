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3ac439b2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53ac439b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53ac439b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53ac439b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53ac439b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53ac439b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3ac439b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53ac439b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53ac439b2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53ac439b2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3ac439b2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53ac439b2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53ac439b2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53ac439b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53ac439b2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53ac439b2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9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EEyd7WZ7dd63f2N1QUJqTkyVmkaT3qil/view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9bSvNoFGUPflZw4kcfkRcZ0rsQzex9AL/view" TargetMode="External"/><Relationship Id="rId4" Type="http://schemas.openxmlformats.org/officeDocument/2006/relationships/image" Target="../media/image13.jp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Ciagme8B0oMCvgDTnaNBPZz1fyJoO-EJ/view" TargetMode="External"/><Relationship Id="rId4" Type="http://schemas.openxmlformats.org/officeDocument/2006/relationships/image" Target="../media/image8.jp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N8f58xen-Z-XHF2H7GaBeEtrom-4QeCR/view" TargetMode="External"/><Relationship Id="rId4" Type="http://schemas.openxmlformats.org/officeDocument/2006/relationships/image" Target="../media/image12.jp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1XKxXotmZD53ee52ljh6vzGdKWZjDfYy/view" TargetMode="External"/><Relationship Id="rId4" Type="http://schemas.openxmlformats.org/officeDocument/2006/relationships/image" Target="../media/image10.jp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eUrq19gXB0OE8KHAmnTH2DuciFdHFwk6/view" TargetMode="External"/><Relationship Id="rId4" Type="http://schemas.openxmlformats.org/officeDocument/2006/relationships/image" Target="../media/image11.jp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_87zsU5GLFQ8VJyAL0Z9WrDc-ddBZ8fA/view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Nd2ALKIIR3x4sVfjHfNf1V9qLCsqc5iT/view" TargetMode="External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898875" y="2831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중독수치별 상태이상 정리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5" name="Google Shape;55;p13" title="구토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350" y="2933525"/>
            <a:ext cx="1692850" cy="145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둔화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8500" y="1859162"/>
            <a:ext cx="1364000" cy="125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마비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9550" y="1768817"/>
            <a:ext cx="1508125" cy="1326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멀미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2250" y="2912250"/>
            <a:ext cx="1662850" cy="14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실명-removebg-preview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6525" y="3054000"/>
            <a:ext cx="1936443" cy="14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작업속도_감소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95262" y="1915163"/>
            <a:ext cx="1296200" cy="118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전염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89825" y="1915175"/>
            <a:ext cx="1508125" cy="11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환각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76100" y="3133925"/>
            <a:ext cx="1728054" cy="125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환청-removebg-preview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12650" y="2916050"/>
            <a:ext cx="1371175" cy="14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2612650" y="953663"/>
            <a:ext cx="4178700" cy="11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중독수치 증가시마다 상태이상을 중첩하여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 게임의 진행을 방해한다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20%</a:t>
            </a:r>
            <a:endParaRPr sz="2000">
              <a:solidFill>
                <a:srgbClr val="00FF00"/>
              </a:solidFill>
            </a:endParaRPr>
          </a:p>
        </p:txBody>
      </p:sp>
      <p:pic>
        <p:nvPicPr>
          <p:cNvPr id="70" name="Google Shape;70;p14" title="환청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413" y="1081050"/>
            <a:ext cx="1371175" cy="14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1181763" y="25893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환청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뒤를 따라오는 발소리, 여성의 웃음소리 등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들려서는 안될 소리를 송출해 공포감 조성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및 플레이어간 혼동 유발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3" name="Google Shape;73;p14" title="환청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4800" y="377500"/>
            <a:ext cx="5851325" cy="43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 title="구토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4799" y="377513"/>
            <a:ext cx="5851325" cy="4388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구토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250" y="1098525"/>
            <a:ext cx="1692850" cy="145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30%</a:t>
            </a:r>
            <a:endParaRPr sz="2000">
              <a:solidFill>
                <a:srgbClr val="00FF00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181763" y="25893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구토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1분마다 30%확률로 구토후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바닥에 오염물질 생성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 title="멀미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8250" y="377500"/>
            <a:ext cx="5851325" cy="438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멀미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250" y="1100850"/>
            <a:ext cx="1662850" cy="14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40%</a:t>
            </a:r>
            <a:endParaRPr sz="2000">
              <a:solidFill>
                <a:srgbClr val="00FF00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181763" y="25893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멀미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1분마다 30%확률로 멀미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(화면 일렁임으로 인한 시야 방해)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발생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 title="마비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8250" y="377500"/>
            <a:ext cx="5851325" cy="438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마비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075" y="1272079"/>
            <a:ext cx="1478025" cy="129964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50%</a:t>
            </a:r>
            <a:endParaRPr sz="2000">
              <a:solidFill>
                <a:srgbClr val="00FF00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181763" y="25893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마비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30% </a:t>
            </a:r>
            <a:r>
              <a:rPr lang="ko" sz="1200">
                <a:solidFill>
                  <a:schemeClr val="dk1"/>
                </a:solidFill>
              </a:rPr>
              <a:t>확률로 </a:t>
            </a:r>
            <a:r>
              <a:rPr lang="ko" sz="1200">
                <a:solidFill>
                  <a:schemeClr val="dk1"/>
                </a:solidFill>
              </a:rPr>
              <a:t>행동 실패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얼룩 지우기, 파이프 수리 등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*오염물질 관련 작업만 해당*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 title="슬로우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8250" y="377500"/>
            <a:ext cx="5851325" cy="438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둔화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7100" y="1368450"/>
            <a:ext cx="1312100" cy="120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60%</a:t>
            </a:r>
            <a:endParaRPr sz="2000">
              <a:solidFill>
                <a:srgbClr val="00FF00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1181763" y="25893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둔화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20% 이동속도 감소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 title="환각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8250" y="377506"/>
            <a:ext cx="5851325" cy="4388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 title="환각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463" y="1296474"/>
            <a:ext cx="1707375" cy="12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70%</a:t>
            </a:r>
            <a:endParaRPr sz="2000">
              <a:solidFill>
                <a:srgbClr val="00FF00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181763" y="25893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환각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30초마다 환각 발생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각종 괴물, 플레이어, 오염물질 등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환각으로 인한 작업 혼동 유발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 title="전염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8250" y="377500"/>
            <a:ext cx="5851325" cy="438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title="전염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8275" y="1397150"/>
            <a:ext cx="1555450" cy="11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80%</a:t>
            </a:r>
            <a:endParaRPr sz="2000">
              <a:solidFill>
                <a:srgbClr val="00FF00"/>
              </a:solidFill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1181763" y="25893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전염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근처 플레이어에게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빠른 속도로 중독수치 전염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전염 상태인 플레이어로 인해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빠르게 중독수치가 올라가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 구토 상태이상이 걸리는 모습  →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1" title="작업속도 저하 싧명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8250" y="377513"/>
            <a:ext cx="5851325" cy="438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-78800" y="196625"/>
            <a:ext cx="3549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00FF00"/>
                </a:solidFill>
              </a:rPr>
              <a:t>중독수치 100%</a:t>
            </a:r>
            <a:endParaRPr sz="2000">
              <a:solidFill>
                <a:srgbClr val="00FF00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623238" y="25717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실명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120850" y="3055179"/>
            <a:ext cx="31503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작업속도 50% 감소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실명상태로 인한 상시 시야 제한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136" name="Google Shape;136;p21" title="실명-removebg-previe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175" y="1283550"/>
            <a:ext cx="1899950" cy="140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작업속도_감소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3062" y="1435438"/>
            <a:ext cx="1296200" cy="118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1785563" y="2571750"/>
            <a:ext cx="94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피로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